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8" r:id="rId24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Обязательные: из 48</c:v>
                </c:pt>
                <c:pt idx="1">
                  <c:v>Желательные: из 20</c:v>
                </c:pt>
                <c:pt idx="2">
                  <c:v>Возможные: из 6</c:v>
                </c:pt>
                <c:pt idx="3">
                  <c:v>Сдача и прочие: из 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16</c:v>
                </c:pt>
                <c:pt idx="2">
                  <c:v>3</c:v>
                </c:pt>
                <c:pt idx="3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Московский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385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68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требований ТЗ выполнено, ещё 8 — частично; обязательных — 43 из 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385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