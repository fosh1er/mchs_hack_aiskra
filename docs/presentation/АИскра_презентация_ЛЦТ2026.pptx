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  <p:sldId id="378" r:id="rId24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[уточнить]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376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376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ПОЧЕМУ АИСКРА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1152000"/>
            <a:ext cx="11160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</a:rPr>
              <a:t>Безопасный цифровой полигон: оператор ошибается на тренажёре, а не на реальном вызове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000" y="2160000"/>
            <a:ext cx="272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2376000"/>
            <a:ext cx="2367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F0053"/>
                </a:solidFill>
              </a:rPr>
              <a:t>83/83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3240000"/>
            <a:ext cx="2367000" cy="12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</a:rPr>
              <a:t>требования ТЗ выполнены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7000" y="2160000"/>
            <a:ext cx="272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000" y="2376000"/>
            <a:ext cx="2367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F0053"/>
                </a:solidFill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000" y="3240000"/>
            <a:ext cx="2367000" cy="12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</a:rPr>
              <a:t>профилей заявителя в стрессе: состояние меняется от слов оператора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000" y="2160000"/>
            <a:ext cx="272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0000" y="2376000"/>
            <a:ext cx="2367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F0053"/>
                </a:solidFill>
              </a:rPr>
              <a:t>376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0000" y="3240000"/>
            <a:ext cx="2367000" cy="12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</a:rPr>
              <a:t>автотестов; отклик p95 — 16 мс при 100 пользователях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53000" y="2160000"/>
            <a:ext cx="272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3000" y="2376000"/>
            <a:ext cx="2367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F0053"/>
                </a:solidFill>
              </a:rPr>
              <a:t>1 контур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33000" y="3240000"/>
            <a:ext cx="2367000" cy="12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</a:rPr>
              <a:t>сценарий → звонок → оценка → разбор; офлайн, без GPU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4000" y="4896000"/>
            <a:ext cx="11556000" cy="12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00" y="4896000"/>
            <a:ext cx="11052000" cy="1224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520977"/>
                </a:solidFill>
              </a:rPr>
              <a:t>Следующий шаг: </a:t>
            </a:r>
            <a:r>
              <a:rPr sz="1800" b="0">
                <a:solidFill>
                  <a:srgbClr val="520977"/>
                </a:solidFill>
              </a:rPr>
              <a:t>пилот с преподавателями ГБУ «Система 112» и сверка автооценки с экспертной (κ, ICC)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