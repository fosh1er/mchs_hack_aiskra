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Алексей Подколзин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команда хакатона ЛЦТ-2026, задача № 9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0" dirty="0">
                <a:solidFill>
                  <a:schemeClr val="tx1"/>
                </a:solidFill>
              </a:rPr>
              <a:t>как образовалась команда? — </a:t>
            </a:r>
            <a:r>
              <a:rPr lang="ru-RU" b="0" dirty="0">
                <a:solidFill>
                  <a:schemeClr val="tx1"/>
                </a:solidFill>
              </a:rPr>
              <a:t>[уточнить]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0" dirty="0">
                <a:solidFill>
                  <a:schemeClr val="tx1"/>
                </a:solidFill>
              </a:rPr>
              <a:t>место работы/учебы участников? — </a:t>
            </a:r>
            <a:r>
              <a:rPr lang="ru-RU" b="0" dirty="0">
                <a:solidFill>
                  <a:schemeClr val="tx1"/>
                </a:solidFill>
              </a:rPr>
              <a:t>ПравоТех, 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[уточнить]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Ник: [уточнить]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ПравоТех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Собрались под ЛЦТ-2026 [уточнить]. Работали по плану: спецификация → код → тесты, каждая функция — отдельный PR с трассировкой к ТЗ.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376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За 75 с оператор 112 опрашивает заявителя в стрессе и заполняет карточку по классификатору из 1281 типа. ДДС подтверждает приём за 30 с (ПП РФ № 1931).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376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ИИ за портами: </a:t>
            </a:r>
            <a:r>
              <a:rPr sz="1300" b="0">
                <a:solidFill>
                  <a:srgbClr val="000000"/>
                </a:solidFill>
              </a:rPr>
              <a:t>модель задачи —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